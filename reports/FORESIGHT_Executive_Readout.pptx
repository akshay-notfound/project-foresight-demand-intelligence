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Project FORESIGHT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C9F0"/>
                </a:solidFill>
              </a:rPr>
              <a:t>AI-Powered Demand &amp; Inventory Intelligence for NorthBay Living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Executive Readout  ·  Head of Operations &amp; Finance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FB0"/>
                </a:solidFill>
              </a:rPr>
              <a:t>Prepared by the FORESIGHT engagement team  ·  Zidio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B3A"/>
                </a:solidFill>
              </a:rPr>
              <a:t>The bottom 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Right now, across the SKUs we scored, NorthBay has money exposed in both directions at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</a:rPr>
              <a:t>REORDER 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2728"/>
                </a:solidFill>
              </a:rPr>
              <a:t>₹8.5 lakh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in projected sales at risk from 5 SKUs likely to stock out over the next 8 weeks.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EFEC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51BF"/>
                </a:solidFill>
              </a:rPr>
              <a:t>MARKDOWN / CLEAR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C51BF"/>
                </a:solidFill>
              </a:rPr>
              <a:t>₹2.6 crore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in working capital locked in 5 SKUs holding far more stock than they will sell.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125 of 138 scored SKUs are healthy and need no action this cycle.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A"/>
                </a:solidFill>
              </a:rPr>
              <a:t>The problem we were asked to solve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64592" cy="164592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B3A"/>
                </a:solidFill>
              </a:rPr>
              <a:t>Best-sellers run out.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Lost sales that can never be recovered, and frustrated customers.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64592" cy="164592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B3A"/>
                </a:solidFill>
              </a:rPr>
              <a:t>Slow movers pile up.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Cash locked in stock that later gets marked down at a loss.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164592" cy="164592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520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B3A"/>
                </a:solidFill>
              </a:rPr>
              <a:t>Planning is manual.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31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~200 SKUs are stocked on gut feel and spreadsheets, with no forecast in place today.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4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What FORESIGHT delivers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An 8-week, SKU-level demand forecast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A stockout / overstock risk flag per SKU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The rupee value at stake, so the team can prioritise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A planning dashboard the ops team can use without a data scientist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A scoring API for any SKU, on demand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A"/>
                </a:solidFill>
              </a:rPr>
              <a:t>What the data shows</a:t>
            </a:r>
            <a:endParaRPr lang="en-US" sz="2600" dirty="0"/>
          </a:p>
        </p:txBody>
      </p:sp>
      <p:pic>
        <p:nvPicPr>
          <p:cNvPr id="3" name="Image 0" descr="chart_sea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212080" cy="3044952"/>
          </a:xfrm>
          <a:prstGeom prst="rect">
            <a:avLst/>
          </a:prstGeom>
        </p:spPr>
      </p:pic>
      <p:pic>
        <p:nvPicPr>
          <p:cNvPr id="4" name="Image 1" descr="chart_category_re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94960" cy="31455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45262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Demand is ~45% higher in June than in January — a clear, exploitable seasonal pattern, not noise.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Promotion weeks lift average daily units by ~60% (28.5 vs. 17.8 units/day).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Furnishings drives the largest share of revenue, followed by Decor and Small Appliances.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A"/>
                </a:solidFill>
              </a:rPr>
              <a:t>Forecast accuracy — honestly validated</a:t>
            </a:r>
            <a:endParaRPr lang="en-US" sz="2600" dirty="0"/>
          </a:p>
        </p:txBody>
      </p:sp>
      <p:pic>
        <p:nvPicPr>
          <p:cNvPr id="3" name="Image 0" descr="chart_back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760720" cy="33649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23444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F4F5F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49440" y="1371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51BF"/>
                </a:solidFill>
              </a:rPr>
              <a:t>27.6%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0116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lower forecast error than a naive same-week-last-year guess, averaged across 6 backtest folds — and the model wins on every single fold.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28346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Tested with rolling-origin backtesting: trained only on the past, evaluated on the next week, repeated 6 times.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No future information ever enters a feature — the honest way to validate a forecast.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One data issue was caught and fixed: the extract ends mid-week, which was inflating error on the final period. Corrected, not hidden.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A"/>
                </a:solidFill>
              </a:rPr>
              <a:t>Turning the forecast into a decision</a:t>
            </a:r>
            <a:endParaRPr lang="en-US" sz="2600" dirty="0"/>
          </a:p>
        </p:txBody>
      </p:sp>
      <p:pic>
        <p:nvPicPr>
          <p:cNvPr id="3" name="Image 0" descr="chart_risk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93776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1371600"/>
            <a:ext cx="146304" cy="822960"/>
          </a:xfrm>
          <a:prstGeom prst="roundRect">
            <a:avLst>
              <a:gd name="adj" fmla="val 25000"/>
            </a:avLst>
          </a:prstGeom>
          <a:solidFill>
            <a:srgbClr val="D6272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72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Reorder Now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High stockout risk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62728"/>
                </a:solidFill>
              </a:rPr>
              <a:t>5 SKUs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852160" y="2377440"/>
            <a:ext cx="146304" cy="822960"/>
          </a:xfrm>
          <a:prstGeom prst="roundRect">
            <a:avLst>
              <a:gd name="adj" fmla="val 25000"/>
            </a:avLst>
          </a:prstGeom>
          <a:solidFill>
            <a:srgbClr val="4C51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Markdown / Clear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High overstock risk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C51BF"/>
                </a:solidFill>
              </a:rPr>
              <a:t>5 SKUs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52160" y="3383280"/>
            <a:ext cx="146304" cy="822960"/>
          </a:xfrm>
          <a:prstGeom prst="roundRect">
            <a:avLst>
              <a:gd name="adj" fmla="val 25000"/>
            </a:avLst>
          </a:prstGeom>
          <a:solidFill>
            <a:srgbClr val="E0A8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722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Watch / Volatile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High on both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A800"/>
                </a:solidFill>
              </a:rPr>
              <a:t>0 SKUs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852160" y="4389120"/>
            <a:ext cx="146304" cy="822960"/>
          </a:xfrm>
          <a:prstGeom prst="roundRect">
            <a:avLst>
              <a:gd name="adj" fmla="val 25000"/>
            </a:avLst>
          </a:prstGeom>
          <a:solidFill>
            <a:srgbClr val="2CA02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722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Healthy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 action needed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A02C"/>
                </a:solidFill>
              </a:rPr>
              <a:t>125 SKUs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54864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Every SKU sits on this grid, sized by rupee value at stake — the ops team can triage the whole catalogue at a glance instead of reading a spreadsheet row by row.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A"/>
                </a:solidFill>
              </a:rPr>
              <a:t>Built to be used without us in the room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1BF"/>
                </a:solidFill>
              </a:rPr>
              <a:t>Planning dashboard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Filter by category or SKU, see forecast vs. actual, and get a prioritised reorder/markdown list — no spreadsheet required.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783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1BF"/>
                </a:solidFill>
              </a:rPr>
              <a:t>Scoring API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4231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Ask for any SKU (or a batch) and get back its forecast, risk level, and recommended action — ready to plug into other tools.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783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1BF"/>
                </a:solidFill>
              </a:rPr>
              <a:t>One-command pipeline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4231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The whole system re-runs from raw data with a single command, so next month's numbers are one click away, not a re-engagement.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A"/>
                </a:solidFill>
              </a:rPr>
              <a:t>Limitations and what we recommend next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Limitations, stated plainly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Built and validated on a simulated dataset shaped like NorthBay's real extracts — re-run against live data before acting on the figures.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A stocked-out SKU's recorded sales understate its true demand; this can make some risk scores conservative.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Risk thresholds are a starting point, tuned for this dataset — they should be adjusted against real reorder outcomes.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3A"/>
                </a:solidFill>
              </a:rPr>
              <a:t>Recommended next steps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Connect real sales and inventory extracts and re-run the pipeline.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Pilot the 5 Reorder-Now recommendations this week; track outcomes.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Review risk thresholds with the ops team after one full cycle.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</a:rPr>
              <a:t>Extend the promo calendar with confirmed upcoming campaigns.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FORESIGHT — NorthBay Living  |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2026-09-07T04:57:18Z</dcterms:created>
  <dcterms:modified xsi:type="dcterms:W3CDTF">2026-09-07T04:57:18Z</dcterms:modified>
</cp:coreProperties>
</file>